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Open Sans" charset="1" panose="020B060603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881" y="4071578"/>
            <a:ext cx="14570089" cy="202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3"/>
              </a:lnSpc>
              <a:spcBef>
                <a:spcPct val="0"/>
              </a:spcBef>
            </a:pPr>
            <a:r>
              <a:rPr lang="en-US" sz="57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logo ecole , entreprise , les noms , sujet de stage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79189" y="3492687"/>
            <a:ext cx="13455418" cy="5765613"/>
          </a:xfrm>
          <a:custGeom>
            <a:avLst/>
            <a:gdLst/>
            <a:ahLst/>
            <a:cxnLst/>
            <a:rect r="r" b="b" t="t" l="l"/>
            <a:pathLst>
              <a:path h="5765613" w="13455418">
                <a:moveTo>
                  <a:pt x="0" y="0"/>
                </a:moveTo>
                <a:lnTo>
                  <a:pt x="13455418" y="0"/>
                </a:lnTo>
                <a:lnTo>
                  <a:pt x="13455418" y="5765613"/>
                </a:lnTo>
                <a:lnTo>
                  <a:pt x="0" y="5765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-4407" r="0" b="-440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798" y="539768"/>
            <a:ext cx="17641809" cy="87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0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Presentation de l entriprse:https://marocaffiliate.com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0734" y="3023352"/>
            <a:ext cx="4873977" cy="6234948"/>
          </a:xfrm>
          <a:custGeom>
            <a:avLst/>
            <a:gdLst/>
            <a:ahLst/>
            <a:cxnLst/>
            <a:rect r="r" b="b" t="t" l="l"/>
            <a:pathLst>
              <a:path h="6234948" w="4873977">
                <a:moveTo>
                  <a:pt x="0" y="0"/>
                </a:moveTo>
                <a:lnTo>
                  <a:pt x="4873978" y="0"/>
                </a:lnTo>
                <a:lnTo>
                  <a:pt x="4873978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78619" y="3036512"/>
            <a:ext cx="5741870" cy="6221788"/>
          </a:xfrm>
          <a:custGeom>
            <a:avLst/>
            <a:gdLst/>
            <a:ahLst/>
            <a:cxnLst/>
            <a:rect r="r" b="b" t="t" l="l"/>
            <a:pathLst>
              <a:path h="6221788" w="5741870">
                <a:moveTo>
                  <a:pt x="0" y="0"/>
                </a:moveTo>
                <a:lnTo>
                  <a:pt x="5741871" y="0"/>
                </a:lnTo>
                <a:lnTo>
                  <a:pt x="5741871" y="6221788"/>
                </a:lnTo>
                <a:lnTo>
                  <a:pt x="0" y="6221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17394" y="3319409"/>
            <a:ext cx="4690201" cy="5938891"/>
          </a:xfrm>
          <a:custGeom>
            <a:avLst/>
            <a:gdLst/>
            <a:ahLst/>
            <a:cxnLst/>
            <a:rect r="r" b="b" t="t" l="l"/>
            <a:pathLst>
              <a:path h="5938891" w="4690201">
                <a:moveTo>
                  <a:pt x="0" y="0"/>
                </a:moveTo>
                <a:lnTo>
                  <a:pt x="4690201" y="0"/>
                </a:lnTo>
                <a:lnTo>
                  <a:pt x="4690201" y="5938891"/>
                </a:lnTo>
                <a:lnTo>
                  <a:pt x="0" y="5938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7269" y="923925"/>
            <a:ext cx="9340155" cy="87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0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overview sur types de produits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19040" y="4655111"/>
            <a:ext cx="12049919" cy="355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0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Travail realiser dans le stage 3 modules:</a:t>
            </a:r>
          </a:p>
          <a:p>
            <a:pPr algn="ctr">
              <a:lnSpc>
                <a:spcPts val="7061"/>
              </a:lnSpc>
            </a:pPr>
            <a:r>
              <a:rPr lang="en-US" sz="50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Module Analytics Dashboard </a:t>
            </a:r>
          </a:p>
          <a:p>
            <a:pPr algn="ctr">
              <a:lnSpc>
                <a:spcPts val="7061"/>
              </a:lnSpc>
            </a:pPr>
            <a:r>
              <a:rPr lang="en-US" sz="50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Recommandation Intelligent</a:t>
            </a:r>
          </a:p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0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Module d'Enrichissement de Stock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DAHMk_4yQz4</dc:identifier>
  <dcterms:modified xsi:type="dcterms:W3CDTF">2011-08-01T06:04:30Z</dcterms:modified>
  <cp:revision>1</cp:revision>
  <dc:title>Presentation_Stage_PFA</dc:title>
</cp:coreProperties>
</file>